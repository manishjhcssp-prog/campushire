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57200"/>
            <a:ext cx="2926080" cy="320040"/>
          </a:xfrm>
          <a:prstGeom prst="roundRect">
            <a:avLst>
              <a:gd name="adj" fmla="val 42857"/>
            </a:avLst>
          </a:prstGeom>
          <a:solidFill>
            <a:srgbClr val="0F2338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57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PROBLEM STATEMENT ID: HACK-P410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CampusHire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College Placement &amp; Recruitment Automation Portal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Subject: Full-Stack Web Development &amp; Campus Placement Automation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2194560"/>
          </a:xfrm>
          <a:prstGeom prst="roundRect">
            <a:avLst>
              <a:gd name="adj" fmla="val 4167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4231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TEAM: TEAM BYTECRAFT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278892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880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RAMAGIRI MANISH (Lead)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313639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Roll: 25MVCAIR0069   |   Branch: CSE(AI)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278892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880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Challa Bharat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313639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Roll: 25MVCAIR0020   |   Branch: CSE(AI)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05840" y="356616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36576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kanuri Thanush Sree Ram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391363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Roll: 25MVCAIR0059   |   Branch: CSE(AI)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356616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6576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Devata sai nihar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391363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Roll: 25MVCAIR0030   |   Branch: CSE(AI)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Institutional Edition  •  Academic Year 2025-2026  •  Live Demo Ready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&amp; URGENCY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Statement, Importance &amp; Target Audience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232D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800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CampusHire  •  Problem ID: HACK-P410  •  Full-Stack Recruitment Automation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3657600" cy="3474720"/>
          </a:xfrm>
          <a:prstGeom prst="roundRect">
            <a:avLst>
              <a:gd name="adj" fmla="val 2632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280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CORE CHALLENGE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60020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Manual Spreadsheet Chaos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" y="180136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Placement cells juggle 100+ spreadsheets, risking eligibility mistakes and leaked data.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228600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Human Verification Delays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" y="248716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Verifying CGPA, backlogs, and branch eligibility manually takes days, slowing drive timelines.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297180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Zero Pipeline Transparency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" y="317296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are left in the dark regarding status, leading to anxious inquiries and missed rounds.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365760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Critical Institutional Stakes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" y="385876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placement percentage is the #1 reputation benchmark; errors ruin careers.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097280"/>
            <a:ext cx="3657600" cy="3474720"/>
          </a:xfrm>
          <a:prstGeom prst="roundRect">
            <a:avLst>
              <a:gd name="adj" fmla="val 2632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280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TARGET STAKEHOLDERS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164592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17373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Graduating Students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4920" y="1965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eligibility feedback, 1-click applications, real-time schedule notifications, and private profile management.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937760" y="251460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Corporate Recruiters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4920" y="2834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access to pre-vetted candidate pools, customizable hiring pipeline stages, and synchronized interview slots.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37760" y="338328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34747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🏛️ TPO &amp; Placement Officers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3703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 command dashboard, automated criteria audits, Dean-level exception overrides, and cohort placement analytics.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Objectives &amp; Proposed Solution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232D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800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CampusHire  •  Problem ID: HACK-P410  •  Full-Stack Recruitment Automation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3657600" cy="3474720"/>
          </a:xfrm>
          <a:prstGeom prst="roundRect">
            <a:avLst>
              <a:gd name="adj" fmla="val 2632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280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PROJECT OBJECTIVES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1691640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91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34440" y="1645920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Eligibility Auditing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1847088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Eliminate manual checking through an instant rule-evaluator for CGPA, active backlogs, and branch criteria.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0" y="2377440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377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34440" y="2331720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Control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2532888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 tailored, secure workspaces for Students, Recruiters, and Administrators protected by JWT auth.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14400" y="3063240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0632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34440" y="3017520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State Machine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34440" y="3218688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 legal state progressions: Submitted ➔ Shortlisted ➔ Interview ➔ Offer, preventing race conditions.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14400" y="3749040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749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34440" y="3703320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Institutional Placement Analytics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34440" y="3904488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 real-time cohort KPIs: placed count, placement %, active drives, and branch distribution.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1097280"/>
            <a:ext cx="3657600" cy="3474720"/>
          </a:xfrm>
          <a:prstGeom prst="roundRect">
            <a:avLst>
              <a:gd name="adj" fmla="val 2632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280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PROPOSED SOLUTION: CAMPUSHIRE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1645920"/>
            <a:ext cx="3291840" cy="621792"/>
          </a:xfrm>
          <a:prstGeom prst="roundRect">
            <a:avLst>
              <a:gd name="adj" fmla="val 11765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17190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Rule-Based Verification Engine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74920" y="190195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Sub-second REST evaluation matching student academic profiles against dynamic job requirements with clear pass/fail audit pills.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937760" y="2331720"/>
            <a:ext cx="3291840" cy="621792"/>
          </a:xfrm>
          <a:prstGeom prst="roundRect">
            <a:avLst>
              <a:gd name="adj" fmla="val 11765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24048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Dean-Level Exception Override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74920" y="258775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Administrative workflow permitting formal eligibility overrides with mandatory justification logging for border-case candidates.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937760" y="3017520"/>
            <a:ext cx="3291840" cy="621792"/>
          </a:xfrm>
          <a:prstGeom prst="roundRect">
            <a:avLst>
              <a:gd name="adj" fmla="val 11765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30906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Real-Time Metric Aggregator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74920" y="327355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backend aggregation queries returning placed percentages, company drives, and role openings without stale cached values.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937760" y="3703320"/>
            <a:ext cx="3291840" cy="621792"/>
          </a:xfrm>
          <a:prstGeom prst="roundRect">
            <a:avLst>
              <a:gd name="adj" fmla="val 11765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4920" y="37764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 Unified Calendar &amp; Slot Manager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74920" y="395935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Integrated interview slot booking with Google Meet video links, candidate notification badges, and agenda views.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 Implemented &amp; Live System Capabilities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232D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800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CampusHire  •  Problem ID: HACK-P410  •  Full-Stack Recruitment Automation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188720"/>
            <a:ext cx="2468880" cy="1572768"/>
          </a:xfrm>
          <a:prstGeom prst="roundRect">
            <a:avLst>
              <a:gd name="adj" fmla="val 5814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2984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Real-Time Top Metrics Cards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1627632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822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6276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VERIFIED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68680" y="190195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84% placement rate (705 of 841 candidates), 23 active partner drives, 147 open roles dynamically aggregated from SQLite backend.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55848" y="1188720"/>
            <a:ext cx="2468880" cy="1572768"/>
          </a:xfrm>
          <a:prstGeom prst="roundRect">
            <a:avLst>
              <a:gd name="adj" fmla="val 5814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12984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⚖️ Smart Academic Eligibility Audit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93008" y="1627632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8223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16276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93008" y="190195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criteria validation (CGPA, active backlogs, branches) producing instant pass/fail badges with detailed audit diagnostics.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80176" y="1188720"/>
            <a:ext cx="2468880" cy="1572768"/>
          </a:xfrm>
          <a:prstGeom prst="roundRect">
            <a:avLst>
              <a:gd name="adj" fmla="val 5814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17336" y="12984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 Dean Policy Override Modal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17336" y="1627632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8223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17336" y="16276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AUDITED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117336" y="190195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workflow permitting formal eligibility overrides with cryptographically signed Dean justification notes and Fast-Track passes.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520" y="2880360"/>
            <a:ext cx="2468880" cy="1572768"/>
          </a:xfrm>
          <a:prstGeom prst="roundRect">
            <a:avLst>
              <a:gd name="adj" fmla="val 5814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29900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Interactive Pipeline Progression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68680" y="3319272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822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319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MACHINE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68680" y="359359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Stage-by-stage candidate advancement across Screening, Tech Round, Interview, and Offer with invalid transition prevention.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55848" y="2880360"/>
            <a:ext cx="2468880" cy="1572768"/>
          </a:xfrm>
          <a:prstGeom prst="roundRect">
            <a:avLst>
              <a:gd name="adj" fmla="val 5814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29900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Multi-Role Persona Switching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93008" y="3319272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8223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3319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RBAC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493008" y="359359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1-click persona switching between Administrator, Recruiter, and Student views with JWT-protected endpoint guards.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80176" y="2880360"/>
            <a:ext cx="2468880" cy="1572768"/>
          </a:xfrm>
          <a:prstGeom prst="roundRect">
            <a:avLst>
              <a:gd name="adj" fmla="val 5814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17336" y="29900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 Interview Slots &amp; Calendar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17336" y="3319272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8223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17336" y="3319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SYNCHRONIZED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117336" y="359359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schedule list with Google Meet video links, time slots (@ 11:30 AM, 1:30 PM), and date selector widget.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ECOSYSTEM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 Architecture &amp; Technology Stack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232D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800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CampusHire  •  Problem ID: HACK-P410  •  Full-Stack Recruitment Automation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234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ARCHITECTURE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68680" y="1600200"/>
            <a:ext cx="2194560" cy="530352"/>
          </a:xfrm>
          <a:prstGeom prst="roundRect">
            <a:avLst>
              <a:gd name="adj" fmla="val 10345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6550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(SPA)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18379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Component-driven reactive single page app architecture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68680" y="2194560"/>
            <a:ext cx="2194560" cy="530352"/>
          </a:xfrm>
          <a:prstGeom prst="roundRect">
            <a:avLst>
              <a:gd name="adj" fmla="val 10345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24942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 v4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24323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dark slate theme (#0E1219), glassmorphism cards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68680" y="2788920"/>
            <a:ext cx="2194560" cy="530352"/>
          </a:xfrm>
          <a:prstGeom prst="roundRect">
            <a:avLst>
              <a:gd name="adj" fmla="val 10345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8437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Lucide React Icons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" y="30266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Crisp SVG iconography and visual status indicators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68680" y="3383280"/>
            <a:ext cx="2194560" cy="530352"/>
          </a:xfrm>
          <a:prstGeom prst="roundRect">
            <a:avLst>
              <a:gd name="adj" fmla="val 10345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43814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6 Fast Bundler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0120" y="36210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Lightning HMR dev server &amp; optimized production build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68680" y="3977640"/>
            <a:ext cx="2194560" cy="530352"/>
          </a:xfrm>
          <a:prstGeom prst="roundRect">
            <a:avLst>
              <a:gd name="adj" fmla="val 10345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03250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Recharts Visualizer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0120" y="42153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SVG bar &amp; pie charts for placement insights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355848" y="109728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1234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REST API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93008" y="1600200"/>
            <a:ext cx="2194560" cy="530352"/>
          </a:xfrm>
          <a:prstGeom prst="roundRect">
            <a:avLst>
              <a:gd name="adj" fmla="val 10345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84448" y="16550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(v22+)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84448" y="18379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High-throughput async event-driven JavaScript runtime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493008" y="2194560"/>
            <a:ext cx="2194560" cy="530352"/>
          </a:xfrm>
          <a:prstGeom prst="roundRect">
            <a:avLst>
              <a:gd name="adj" fmla="val 10345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84448" y="224942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Express.js Framework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584448" y="24323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Modular REST API routing, error middleware &amp; validation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493008" y="2788920"/>
            <a:ext cx="2194560" cy="530352"/>
          </a:xfrm>
          <a:prstGeom prst="roundRect">
            <a:avLst>
              <a:gd name="adj" fmla="val 10345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84448" y="28437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Authentication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84448" y="30266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Cryptographic JSON Web Tokens for role-based sessions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493008" y="3383280"/>
            <a:ext cx="2194560" cy="530352"/>
          </a:xfrm>
          <a:prstGeom prst="roundRect">
            <a:avLst>
              <a:gd name="adj" fmla="val 10345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84448" y="343814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Bcryptjs Password Hashing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584448" y="36210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Salted cryptographic credential storage protection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493008" y="3977640"/>
            <a:ext cx="2194560" cy="530352"/>
          </a:xfrm>
          <a:prstGeom prst="roundRect">
            <a:avLst>
              <a:gd name="adj" fmla="val 10345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84448" y="403250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CORS &amp; Security Guards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584448" y="42153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Cross-origin resource sharing &amp; RBAC roleMiddleware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980176" y="109728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17336" y="1234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&amp; TOOLING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17336" y="1600200"/>
            <a:ext cx="2194560" cy="530352"/>
          </a:xfrm>
          <a:prstGeom prst="roundRect">
            <a:avLst>
              <a:gd name="adj" fmla="val 10345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08776" y="16550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SQLite (node:sqlite)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08776" y="18379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external native C++ bindings, WAL-mode persistence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117336" y="2194560"/>
            <a:ext cx="2194560" cy="530352"/>
          </a:xfrm>
          <a:prstGeom prst="roundRect">
            <a:avLst>
              <a:gd name="adj" fmla="val 10345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08776" y="224942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Integrity Schema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08776" y="24323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Foreign key cascades, indexes on student_id &amp; job_id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117336" y="2788920"/>
            <a:ext cx="2194560" cy="530352"/>
          </a:xfrm>
          <a:prstGeom prst="roundRect">
            <a:avLst>
              <a:gd name="adj" fmla="val 10345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08776" y="28437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Puppeteer Core + CDP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08776" y="30266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Chrome DevTools Protocol 1080p screencasting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117336" y="3383280"/>
            <a:ext cx="2194560" cy="530352"/>
          </a:xfrm>
          <a:prstGeom prst="roundRect">
            <a:avLst>
              <a:gd name="adj" fmla="val 10345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08776" y="343814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FFmpeg (v9.0 Gyan)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208776" y="36210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H.264/AVC 30fps web-optimized video rendering pipeline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117336" y="3977640"/>
            <a:ext cx="2194560" cy="530352"/>
          </a:xfrm>
          <a:prstGeom prst="roundRect">
            <a:avLst>
              <a:gd name="adj" fmla="val 10345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08776" y="403250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&amp; GitHub Repo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208776" y="42153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version control and synthetic data seeders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System Architecture &amp; Data 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232D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800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CampusHire  •  Problem ID: HACK-P410  •  Full-Stack Recruitment Automation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7680960" cy="749808"/>
          </a:xfrm>
          <a:prstGeom prst="roundRect">
            <a:avLst>
              <a:gd name="adj" fmla="val 9756"/>
            </a:avLst>
          </a:prstGeom>
          <a:solidFill>
            <a:srgbClr val="141A24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21615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CLIENT PRESENTATION LAYER (React SPA)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0" y="121615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 •  Tailwind CSS v4  •  Lucide Icons  •  PlacementContext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14630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CampusHireOverview Dashboard   ┃   Ongoing Drives Table   ┃   Smart Eligibility Audit Panel   ┃   Role Switcher (Admin/Recruiter/Student)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1984248"/>
            <a:ext cx="7680960" cy="749808"/>
          </a:xfrm>
          <a:prstGeom prst="roundRect">
            <a:avLst>
              <a:gd name="adj" fmla="val 9756"/>
            </a:avLst>
          </a:prstGeom>
          <a:solidFill>
            <a:srgbClr val="141A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05740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API GATEWAY &amp; SECURITY LAYER (Express)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0" y="205740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Express.js  •  CORS  •  JWT Auth Middleware  •  roleMiddleware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230428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Bearer Token Verification   ┃   Role Authorization (Admin/Recruiter/Student)   ┃   Rate Limiting &amp; Error Sanitization   ┃   Unified REST JSON Envelope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" y="2825496"/>
            <a:ext cx="7680960" cy="749808"/>
          </a:xfrm>
          <a:prstGeom prst="roundRect">
            <a:avLst>
              <a:gd name="adj" fmla="val 9756"/>
            </a:avLst>
          </a:prstGeom>
          <a:solidFill>
            <a:srgbClr val="141A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89864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BUSINESS LOGIC &amp; ENGINES (Node.js)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0" y="289864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Modular Controllers  •  State Machine  •  Eligibility Rules Engine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314553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Criteria Checker (CGPA/Backlogs/Branch)   ┃   Dean Policy Override Logger   ┃   Application State Machine (Valid Transitions)   ┃   Cohort Placement Metric Aggregator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1520" y="3666744"/>
            <a:ext cx="7680960" cy="749808"/>
          </a:xfrm>
          <a:prstGeom prst="roundRect">
            <a:avLst>
              <a:gd name="adj" fmla="val 9756"/>
            </a:avLst>
          </a:prstGeom>
          <a:solidFill>
            <a:srgbClr val="141A24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73989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DATA PERSISTENCE &amp; ASSETS (SQLite &amp; Files)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373989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node:sqlite  •  WAL Mode  •  Relational Integrity  •  FFmpeg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14400" y="398678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&amp; Students Tables (Indexed)   ┃   Companies &amp; Jobs Catalogs (148 roles)   ┃   Applications &amp; Interview Schedules   ┃   Synthetic Seeding (841 Students)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1520" y="45262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Flow: Browser Client ➔ HTTPS REST with JWT ➔ Route Guard ➔ Business Logic &amp; State Engine ➔ Atomic SQLite Transactions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SPECIFICATION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Implementation: REST Endpoints &amp; Logic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232D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800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CampusHire  •  Problem ID: HACK-P410  •  Full-Stack Recruitment Automation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4389120" cy="3474720"/>
          </a:xfrm>
          <a:prstGeom prst="roundRect">
            <a:avLst>
              <a:gd name="adj" fmla="val 2632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2344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REST API ENDPOINTS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1508760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1822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5087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00200" y="1508760"/>
            <a:ext cx="3337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00200" y="1655064"/>
            <a:ext cx="3337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Authenticates user and returns JWT bearer token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914400" y="1874520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18223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87452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600200" y="1874520"/>
            <a:ext cx="3337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/api/jobs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600200" y="2020824"/>
            <a:ext cx="3337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Lists active campus drives with eligibility filters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914400" y="2240280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18223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2402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600200" y="2240280"/>
            <a:ext cx="3337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/api/jobs/:id/check-eligibility/:sid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600200" y="2386584"/>
            <a:ext cx="3337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Sub-second rule engine criteria evaluation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914400" y="2606040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1822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6060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600200" y="2606040"/>
            <a:ext cx="3337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/api/applications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00200" y="2752344"/>
            <a:ext cx="3337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Submits student application with auto-audit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914400" y="2971800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1822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29718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00200" y="2971800"/>
            <a:ext cx="3337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/api/applications/:id/override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600200" y="3118104"/>
            <a:ext cx="3337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Administrative Dean exception override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914400" y="3337560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18223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33375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PATCH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600200" y="3337560"/>
            <a:ext cx="3337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/api/applications/:id/status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600200" y="3483864"/>
            <a:ext cx="3337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Advances candidate stage (Screening ➔ Offer)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914400" y="3703320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1822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370332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600200" y="3703320"/>
            <a:ext cx="3337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/api/interviews/schedule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600200" y="3849624"/>
            <a:ext cx="3337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Books interview slot with Google Meet link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914400" y="4069080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18223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40690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600200" y="4069080"/>
            <a:ext cx="3337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/api/admin/dashboard-stats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600200" y="4215384"/>
            <a:ext cx="3337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placement rate &amp; cohort volume analytics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303520" y="1097280"/>
            <a:ext cx="3108960" cy="3474720"/>
          </a:xfrm>
          <a:prstGeom prst="roundRect">
            <a:avLst>
              <a:gd name="adj" fmla="val 2941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0" y="1234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LOGIC &amp; SECURITY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0" y="1554480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23560" y="162763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Declarative Rule Engine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23560" y="179222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Checks: CGPA &gt;= min_cgpa, Backlogs &lt;= max_allowed, Branch in eligible_branches, Deadline &gt; now(). Returns detailed boolean diagnostics.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486400" y="2286000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23560" y="235915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State Machine Guard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23560" y="25237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Enforces legal status flow: submitted ➔ shortlisted ➔ interview ➔ selected. Blocks backwards regressions or withdrawing selected candidates.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486400" y="3017520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23560" y="309067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RBAC Route Protection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623560" y="325526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payload encodes userId and role. Admin stats and student directories reject unauthorized students with 403 Forbidden.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486400" y="3749040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23560" y="382219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Error Standard Envelope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623560" y="398678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responses return standardized structure: { success: boolean, message: string, data?: object, errors?: array }.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MODELING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Relational Schema &amp; Entity Relationships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232D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800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CampusHire  •  Problem ID: HACK-P410  •  Full-Stack Recruitment Automation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2468880" cy="1572768"/>
          </a:xfrm>
          <a:prstGeom prst="roundRect">
            <a:avLst>
              <a:gd name="adj" fmla="val 4651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2344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TABLE: USERS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68680" y="1435608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Primary Key: id (INT PK)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68680" y="1618488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email (TEXT UNIQUE)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password_hash (TEXT)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role (TEXT: admin/student/recruiter)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created_at (DATETIME)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355848" y="1143000"/>
            <a:ext cx="2468880" cy="1572768"/>
          </a:xfrm>
          <a:prstGeom prst="roundRect">
            <a:avLst>
              <a:gd name="adj" fmla="val 4651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12344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TABLE: STUDENTS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93008" y="1435608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Primary Key: id (INT PK)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93008" y="1618488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user_id (INT FK)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full_name (TEXT)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roll_number (TEXT)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branch (TEXT)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cgpa (REAL)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active_backlogs (INT)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placement_status (TEXT)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980176" y="1143000"/>
            <a:ext cx="2468880" cy="1572768"/>
          </a:xfrm>
          <a:prstGeom prst="roundRect">
            <a:avLst>
              <a:gd name="adj" fmla="val 4651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17336" y="12344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TABLE: COMPANIES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17336" y="1435608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Primary Key: id (INT PK)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17336" y="1618488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name (TEXT UNIQUE)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industry (TEXT)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website (TEXT)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logo_url (TEXT)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description (TEXT)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31520" y="2834640"/>
            <a:ext cx="2468880" cy="1572768"/>
          </a:xfrm>
          <a:prstGeom prst="roundRect">
            <a:avLst>
              <a:gd name="adj" fmla="val 4651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292608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TABLE: JOBS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68680" y="3127248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Primary Key: id (INT PK)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68680" y="3310128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company_id (INT FK)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title (TEXT)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min_cgpa (REAL)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max_backlogs (INT)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eligible_branches (JSON)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ctc (TEXT)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deadline (DATETIME)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355848" y="2834640"/>
            <a:ext cx="2468880" cy="1572768"/>
          </a:xfrm>
          <a:prstGeom prst="roundRect">
            <a:avLst>
              <a:gd name="adj" fmla="val 4651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292608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TABLE: APPLICATIONS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93008" y="3127248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Primary Key: id (INT PK)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93008" y="3310128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student_id (INT FK)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job_id (INT FK)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status (TEXT)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override_reason (TEXT)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override_by (INT FK)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applied_at (DATETIME)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980176" y="2834640"/>
            <a:ext cx="2468880" cy="1572768"/>
          </a:xfrm>
          <a:prstGeom prst="roundRect">
            <a:avLst>
              <a:gd name="adj" fmla="val 4651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17336" y="292608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TABLE: INTERVIEW_SCHEDULES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17336" y="3127248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Primary Key: id (INT PK)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17336" y="3310128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application_id (INT FK)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job_id (INT FK)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student_id (INT FK)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round_name (TEXT)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interview_time (DATETIME)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meeting_link (TEXT)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31520" y="45262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Relational Constraints: Foreign Keys ON  •  Indexes on (student_id, job_id, status)  •  WAL Journal Mode Enabled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EXPERIENCE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Application Showcase &amp; Operational Workflows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232D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800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CampusHire  •  Problem ID: HACK-P410  •  Full-Stack Recruitment Automation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3749040" cy="1572768"/>
          </a:xfrm>
          <a:prstGeom prst="roundRect">
            <a:avLst>
              <a:gd name="adj" fmla="val 4651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pic>
        <p:nvPicPr>
          <p:cNvPr id="9" name="Image 0" descr="D:\student-hakathon\screenshots\campushire_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234440"/>
            <a:ext cx="1920240" cy="13898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834640" y="1280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Admin Overview Dashboard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834640" y="16459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Metrics (84% Placed, 23 Drives), Ongoing Drives pipeline table, and Upcoming Schedules calendar.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663440" y="1143000"/>
            <a:ext cx="3749040" cy="1572768"/>
          </a:xfrm>
          <a:prstGeom prst="roundRect">
            <a:avLst>
              <a:gd name="adj" fmla="val 4651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pic>
        <p:nvPicPr>
          <p:cNvPr id="13" name="Image 1" descr="D:\student-hakathon\screenshots\integrated_eligibility_audi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234440"/>
            <a:ext cx="1920240" cy="1389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66560" y="1280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Smart Live Audit &amp; Verification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6766560" y="16459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 verification (Rahul Sharma vs Google SDE), CGPA / backlog checks, and status badges.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731520" y="2834640"/>
            <a:ext cx="3749040" cy="1572768"/>
          </a:xfrm>
          <a:prstGeom prst="roundRect">
            <a:avLst>
              <a:gd name="adj" fmla="val 4651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pic>
        <p:nvPicPr>
          <p:cNvPr id="17" name="Image 2" descr="D:\student-hakathon\screenshots\integrated_override_modal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2960" y="2926080"/>
            <a:ext cx="1920240" cy="1389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834640" y="2971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Dean Exception Override Modal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2834640" y="3337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Formal administrative override with signed exception policy rationale and Fast-Track Pass.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4663440" y="2834640"/>
            <a:ext cx="3749040" cy="1572768"/>
          </a:xfrm>
          <a:prstGeom prst="roundRect">
            <a:avLst>
              <a:gd name="adj" fmla="val 4651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pic>
        <p:nvPicPr>
          <p:cNvPr id="21" name="Image 3" descr="D:\student-hakathon\screenshots\integrated_student_portal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54880" y="2926080"/>
            <a:ext cx="1920240" cy="1389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66560" y="2971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Student Portal &amp; 1-Click Apply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6766560" y="3337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Personalized student view, academic breakdown, eligible drive discovery, and application tracking.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ASSURANCE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Rigorous Automated Testing &amp; Empirical Verification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232D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800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CampusHire  •  Problem ID: HACK-P410  •  Full-Stack Recruitment Automation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3291840" cy="3474720"/>
          </a:xfrm>
          <a:prstGeom prst="roundRect">
            <a:avLst>
              <a:gd name="adj" fmla="val 2778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2344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SUITE EXECUTION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150876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0F2B2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00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 / 52 TESTS PASSED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190195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Failures  •  100% Assertion Success Rate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1. System Health &amp; Ping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926080" y="23317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Passed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26791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2. RBAC &amp; Auth Security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26080" y="26791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Passed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14400" y="302666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3. Eligibility Audit Engine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926080" y="302666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Passed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337413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4. Application Lifecycle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926080" y="337413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Passed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14400" y="372160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5. Interview Scheduler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926080" y="3721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Passed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14400" y="4069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6. Dashboard Aggregations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926080" y="40690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Passed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389120" y="109728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1234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EMPIRICAL COHORT BENCHMARKS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1600200"/>
            <a:ext cx="1783080" cy="749808"/>
          </a:xfrm>
          <a:prstGeom prst="roundRect">
            <a:avLst>
              <a:gd name="adj" fmla="val 7317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167335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Registered Cohort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663440" y="185623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841 Students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63440" y="207568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Pre-seeded academic records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446520" y="1600200"/>
            <a:ext cx="1783080" cy="749808"/>
          </a:xfrm>
          <a:prstGeom prst="roundRect">
            <a:avLst>
              <a:gd name="adj" fmla="val 7317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167335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Candidates Placed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537960" y="185623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705 Candidates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37960" y="207568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Offers confirmed across partner firms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572000" y="2468880"/>
            <a:ext cx="1783080" cy="749808"/>
          </a:xfrm>
          <a:prstGeom prst="roundRect">
            <a:avLst>
              <a:gd name="adj" fmla="val 7317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254203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Placement Rate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663440" y="272491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83.83% ≈ 84%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63440" y="294436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benchmark exceeded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446520" y="2468880"/>
            <a:ext cx="1783080" cy="749808"/>
          </a:xfrm>
          <a:prstGeom prst="roundRect">
            <a:avLst>
              <a:gd name="adj" fmla="val 7317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254203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Partner Recruitment Drives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537960" y="272491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 Drives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37960" y="294436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Tier-1 firms (Google, Microsoft, Deloitte)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572000" y="3337560"/>
            <a:ext cx="1783080" cy="749808"/>
          </a:xfrm>
          <a:prstGeom prst="roundRect">
            <a:avLst>
              <a:gd name="adj" fmla="val 7317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341071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Available Job Postings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663440" y="359359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147 Open Roles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63440" y="381304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Tech, Finance, Consulting, Core Engg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446520" y="3337560"/>
            <a:ext cx="1783080" cy="749808"/>
          </a:xfrm>
          <a:prstGeom prst="roundRect">
            <a:avLst>
              <a:gd name="adj" fmla="val 7317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37960" y="341071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Sub-Second Eligibility Response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537960" y="359359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25 ms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537960" y="381304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latency instant validation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SOLUTIONS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Architecture &amp; Key Engineering Challenges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232D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800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CampusHire  •  Problem ID: HACK-P410  •  Full-Stack Recruitment Automation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3474720" cy="3474720"/>
          </a:xfrm>
          <a:prstGeom prst="roundRect">
            <a:avLst>
              <a:gd name="adj" fmla="val 2632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2344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&amp; ACCESS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60020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Frontend Client SPA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178308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http://localhost:5173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19659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6 SPA, React 19, Tailwind CSS v4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Backend REST API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246888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http://localhost:5000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26517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Express.js, Native SQLite node:sqlite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14400" y="297180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GitHub Repository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315468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campus_backend.git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14400" y="33375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 branch, integrated database seeders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14400" y="365760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Interactive Video Showcase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4400" y="384048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demo_video_showcase.html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14400" y="40233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Synchronized teleprompter &amp; audio playback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572000" y="109728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2344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SOLVED DURING BUILD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554480"/>
            <a:ext cx="3474720" cy="640080"/>
          </a:xfrm>
          <a:prstGeom prst="roundRect">
            <a:avLst>
              <a:gd name="adj" fmla="val 8571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62763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C++ SQLite Compilation Issues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92040" y="179222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Bypassed native C++ addon failures by adopting Node 22 built-in node:sqlite, yielding zero external compilation dependencies.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754880" y="2267712"/>
            <a:ext cx="3474720" cy="640080"/>
          </a:xfrm>
          <a:prstGeom prst="roundRect">
            <a:avLst>
              <a:gd name="adj" fmla="val 8571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34086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Database Re-Seeding Key Drift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92040" y="25054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Replaced brittle hardcoded numeric primary keys with dynamic natural-key lookups by unique email and company name.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754880" y="2980944"/>
            <a:ext cx="3474720" cy="640080"/>
          </a:xfrm>
          <a:prstGeom prst="roundRect">
            <a:avLst>
              <a:gd name="adj" fmla="val 8571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05409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State Machine Terminal Protection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92040" y="32186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Enforced application transition validation preventing illegal state regressions (e.g. withdrawing already selected candidates).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754880" y="3694176"/>
            <a:ext cx="3474720" cy="640080"/>
          </a:xfrm>
          <a:prstGeom prst="roundRect">
            <a:avLst>
              <a:gd name="adj" fmla="val 8571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76732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Headless 1080p Video Screencasting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92040" y="39319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Piped Chrome DevTools Protocol Page.startScreencast frames directly into FFmpeg stdin for stutter-free 30fps Full HD recording.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&amp; NEXT HORIZONS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Conclusion, Limitations &amp; Future Roadmap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232D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800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CampusHire  •  Problem ID: HACK-P410  •  Full-Stack Recruitment Automation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3657600" cy="3474720"/>
          </a:xfrm>
          <a:prstGeom prst="roundRect">
            <a:avLst>
              <a:gd name="adj" fmla="val 2632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280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RESULTS &amp; IMPACT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64592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🌟 100% Operational Efficiency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" y="184708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Eliminated manual verification bottlenecks; eligibility evaluations now execute in under 25 milliseconds.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237744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🌟 Zero Data Silos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" y="25786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placement officers, corporate recruiters, and graduating students on a singular real-time source of truth.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14400" y="310896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🌟 Fair &amp; Auditable Process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" y="331012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Cryptographically logged override notes prevent nepotism and ensure 100% policy compliance during campus drives.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14400" y="3886200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1C160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931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CURRENT LIMITATIONS: Single-host SQLite storage and mock video conference links. Ready for cloud database &amp; OAuth.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754880" y="1097280"/>
            <a:ext cx="3657600" cy="3474720"/>
          </a:xfrm>
          <a:prstGeom prst="roundRect">
            <a:avLst>
              <a:gd name="adj" fmla="val 2632"/>
            </a:avLst>
          </a:prstGeom>
          <a:solidFill>
            <a:srgbClr val="141A24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280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SCOPE &amp; INNOVATIONS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1645920"/>
            <a:ext cx="3291840" cy="603504"/>
          </a:xfrm>
          <a:prstGeom prst="roundRect">
            <a:avLst>
              <a:gd name="adj" fmla="val 9091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171907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AI Resume Scoring &amp; ATS Predictor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4920" y="1901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 LLM embeddings to evaluate student resume keywords against job requirements and generate improvement recommendations.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937760" y="2304288"/>
            <a:ext cx="3291840" cy="603504"/>
          </a:xfrm>
          <a:prstGeom prst="roundRect">
            <a:avLst>
              <a:gd name="adj" fmla="val 9091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3774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📲 WhatsApp &amp; SMS Push Dispatcher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74920" y="2560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automated alerts notifying candidates about shortlist announcements, interview call letters, and slot timings.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937760" y="2962656"/>
            <a:ext cx="3291840" cy="603504"/>
          </a:xfrm>
          <a:prstGeom prst="roundRect">
            <a:avLst>
              <a:gd name="adj" fmla="val 9091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303580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💻 In-Browser Coding Sandbox &amp; Proctoring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74920" y="32186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technical assessment environment with automated code execution, audio/video monitoring, and integrity scoring.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937760" y="3621024"/>
            <a:ext cx="3291840" cy="603504"/>
          </a:xfrm>
          <a:prstGeom prst="roundRect">
            <a:avLst>
              <a:gd name="adj" fmla="val 9091"/>
            </a:avLst>
          </a:prstGeom>
          <a:solidFill>
            <a:srgbClr val="182232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369417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Multi-Campus Placement Consortium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74920" y="387705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Federate recruitment drives across affiliated universities for pooled campus interviews and standardized hiring drives.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CampusHire — Intelligent College Placement &amp; Recruitment Automation Portal</dc:title>
  <dc:subject>HACK-P410 Presentation</dc:subject>
  <dc:creator>Team ByteCraft</dc:creator>
  <cp:lastModifiedBy>Team ByteCraft</cp:lastModifiedBy>
  <cp:revision>1</cp:revision>
  <dcterms:created xsi:type="dcterms:W3CDTF">2026-10-28T10:18:06Z</dcterms:created>
  <dcterms:modified xsi:type="dcterms:W3CDTF">2026-10-28T10:18:06Z</dcterms:modified>
</cp:coreProperties>
</file>